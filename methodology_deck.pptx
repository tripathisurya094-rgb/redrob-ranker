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Candidates the Way a Great Recruiter Would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 — Intelligent Candidate Discovery &amp; Ranking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Five-dimension rule-based ranker · no embeddings, no LLM calls, no GPU · 100K candidates in ~100s on CPU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 We Were Explicitly Warned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says it plainly: "the right answer is not candidates whose skills section contains the most AI keywords."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stuffers: every buzzword in the skills array, irrelevant title (e.g. "Marketing Manager").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Tier 5s: never wrote "RAG" or "Pinecone", but built a recommendation system at a product company.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twins: identical-looking skill profiles, very different recruiter-response and activity signals.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honeypots: internally impossible profiles forced to relevance tier 0 in ground truth.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score career-history substance, not skills-array vocabulary.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Five Independent, Inspectable Dimensions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6002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9808" y="21945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84708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Embeddings/retrieval, vector-DB, ranking systems,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frameworks, Python — scanned from career 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43784" y="141732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53512" y="16002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Relevance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53512" y="21945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53512" y="2788920"/>
            <a:ext cx="184708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current title actually AI/ML/search-flavored,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adjacent, vs unrelated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7488" y="141732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0F9F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57216" y="16002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57216" y="21945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57216" y="2788920"/>
            <a:ext cx="184708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Pune/Noida/Tier-1 location or relocation,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period, 5–9 yr experience band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51192" y="141732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FF4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16002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 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920" y="21945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0.25–1.0×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2788920"/>
            <a:ext cx="184708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JD's explicit "don't wants": pure research, recent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LangChain-only, architecture-without-code, job-hopping,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consulting-only, CV/speech without NLP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54896" y="141732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FF4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64624" y="160020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4624" y="21945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0.7–1.0×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64624" y="2788920"/>
            <a:ext cx="184708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recency, recruiter response rate, open-to-work,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completion, offer acceptance — a modifier,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core driver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final_score = (0.40·technical + 0.30·title + 0.20·logistics) × disqualifier_mult × (0.7 + 0.3·behavioral)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Embeddings, No LLM Calls, No GPU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budget: 5 minutes, 16GB RAM, CPU-only, zero network during ranking, for 100,000 candidates.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call per candidate cannot fit that budget — the spec says this outright, and frames it as the real-world constraint.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Regex/keyword scanning over career-history text is O(n) and fully local: ~100 seconds for the full pool on a laptop CPU.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traceable to a one-line reason built from the same signals — nothing hallucinated for the reasoning column.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Trade-off, acknowledged: regex misses paraphrases the lexicon doesn't anticipate. Chosen deliberately over an embedding model that would violate the no-GPU/no-network rule.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Honeypot Handling: Internal-Consistency Checks, Not Special-Casing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"Expert" proficiency in a skill used for ~0 months.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"is_current" roles, or end_date before start_date.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career_history tenure that doesn't plausibly match stated years_of_experience.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span far shorter than the claimed years of experience.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profiles are forced to a near-zero score, not deleted from the pool — they still appear, they just sink.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the full 100K-candidate pool: 52 honeypots detected overall, 0 in the top 100.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JD's "We Explicitly Do Not Want" Section, Operationalized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7665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JD signal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it's detected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Penalty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Pure research, no production deployment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industry mentions research/academia AND no production-deployment language anywhere in career text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Recent LangChain/OpenAI-only AI experience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LangChain/OpenAI skill &lt;12mo AND no pre-LLM ML signal (TF-IDF, word2vec, XGBoost, IR, etc.)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Architecture/lead title, no recent coding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title matches architect/lead/manager AND 18+ months in role with no production signal in that role's 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Title-chasing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3+ jobs, 2+ with rising seniority words, average tenure &lt;18 months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Consulting-only career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every employer in career_history is a pure services/consulting firm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CV/speech/robotics, no NLP/IR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CV/speech/robotics keywords present, NLP/IR keywords absent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×0.50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Full 100,000-Candidate Pool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~102 seconds end-to-end on a CPU-only laptop — well inside the 5-minute budget.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Honeypots: 52 detected in the full pool; 0 surfaced in the top 100 (limit is 10%).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spot check: titles are AI/ML/search-flavored (Search Engineer, Staff ML Engineer, Lead AI Engineer, Applied Scientist), at recognizable product companies, spanning the 5–9 year band with sensible falloff outside 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CSV passes the official validate_submission.py with zero errors: 100 rows, unique ranks 1–100, non-increasing scores, valid candidate_ids.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column is per-candidate and grounded only in fields actually present on that profile — no templated name-insertion, no hallucinated skills.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ground truth is available, so dimension weights are reasoned from the JD text and spot-checked on output — not fit by optimization. A learning-to-rank layer is the natural next step if feedback data becomes available.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lexicons are finite; an unusual phrase for "vector database" that isn't in the keyword list will be missed. This is the deliberate cost of staying CPU-only/offline rather than using an embedding model.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 penalties are multiplicative heuristics, not hard rules — a strong candidate can still rank highly despite one weak signal, which mirrors how the JD itself says it weighs trade-offs ("we'll seriously consider candidates outside the band if other signals are strong").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 — Approach</dc:title>
  <dc:subject>PptxGenJS Presentation</dc:subject>
  <dc:creator>Redrob Hackathon Submission</dc:creator>
  <cp:lastModifiedBy>Redrob Hackathon Submission</cp:lastModifiedBy>
  <cp:revision>1</cp:revision>
  <dcterms:created xsi:type="dcterms:W3CDTF">2026-06-27T09:08:00Z</dcterms:created>
  <dcterms:modified xsi:type="dcterms:W3CDTF">2026-06-27T09:08:00Z</dcterms:modified>
</cp:coreProperties>
</file>